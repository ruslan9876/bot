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C189D-6429-4570-ACB0-5ED74D740FA1}" type="datetimeFigureOut">
              <a:rPr lang="uz-Latn-UZ" smtClean="0"/>
              <a:t>03/10/2025</a:t>
            </a:fld>
            <a:endParaRPr lang="uz-Latn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Latn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Latn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C674B-07BB-4684-BC0C-E591E7B431F2}" type="slidenum">
              <a:rPr lang="uz-Latn-UZ" smtClean="0"/>
              <a:t>‹#›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88191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Latn-U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C674B-07BB-4684-BC0C-E591E7B431F2}" type="slidenum">
              <a:rPr lang="uz-Latn-UZ" smtClean="0"/>
              <a:t>5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958389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Latn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C674B-07BB-4684-BC0C-E591E7B431F2}" type="slidenum">
              <a:rPr lang="uz-Latn-UZ" smtClean="0"/>
              <a:t>8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357390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Latn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C674B-07BB-4684-BC0C-E591E7B431F2}" type="slidenum">
              <a:rPr lang="uz-Latn-UZ" smtClean="0"/>
              <a:t>9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53992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5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1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3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9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2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3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3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8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2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18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1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35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36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77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12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2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D09A53B-863B-485D-9159-206D9BAFF51D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D662476-1DCF-44DB-8ABC-6F168C2B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3B25ED-4BE2-4CAD-BC77-E721AA2336F8}"/>
              </a:ext>
            </a:extLst>
          </p:cNvPr>
          <p:cNvSpPr/>
          <p:nvPr/>
        </p:nvSpPr>
        <p:spPr>
          <a:xfrm>
            <a:off x="4776787" y="1220643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Proekt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hlinkClick r:id="rId2" action="ppaction://hlinksldjump"/>
            <a:extLst>
              <a:ext uri="{FF2B5EF4-FFF2-40B4-BE49-F238E27FC236}">
                <a16:creationId xmlns:a16="http://schemas.microsoft.com/office/drawing/2014/main" id="{CBB277CA-9DAE-4103-B4A7-A2A77A7F90EB}"/>
              </a:ext>
            </a:extLst>
          </p:cNvPr>
          <p:cNvSpPr/>
          <p:nvPr/>
        </p:nvSpPr>
        <p:spPr>
          <a:xfrm>
            <a:off x="1633536" y="2573193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7" name="Прямоугольник 6">
            <a:hlinkClick r:id="rId3" action="ppaction://hlinksldjump"/>
            <a:extLst>
              <a:ext uri="{FF2B5EF4-FFF2-40B4-BE49-F238E27FC236}">
                <a16:creationId xmlns:a16="http://schemas.microsoft.com/office/drawing/2014/main" id="{F460F0C1-4D7F-49A8-8E46-188B7FDBA7F5}"/>
              </a:ext>
            </a:extLst>
          </p:cNvPr>
          <p:cNvSpPr/>
          <p:nvPr/>
        </p:nvSpPr>
        <p:spPr>
          <a:xfrm>
            <a:off x="1633537" y="4259118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Treck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hlinkClick r:id="rId4" action="ppaction://hlinksldjump"/>
            <a:extLst>
              <a:ext uri="{FF2B5EF4-FFF2-40B4-BE49-F238E27FC236}">
                <a16:creationId xmlns:a16="http://schemas.microsoft.com/office/drawing/2014/main" id="{B431567C-5ECC-4B29-A424-7D13FB0ABA96}"/>
              </a:ext>
            </a:extLst>
          </p:cNvPr>
          <p:cNvSpPr/>
          <p:nvPr/>
        </p:nvSpPr>
        <p:spPr>
          <a:xfrm>
            <a:off x="8110538" y="4297219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senariy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hlinkClick r:id="rId5" action="ppaction://hlinksldjump"/>
            <a:extLst>
              <a:ext uri="{FF2B5EF4-FFF2-40B4-BE49-F238E27FC236}">
                <a16:creationId xmlns:a16="http://schemas.microsoft.com/office/drawing/2014/main" id="{207769F0-6291-400B-A5F1-597A9F2217EB}"/>
              </a:ext>
            </a:extLst>
          </p:cNvPr>
          <p:cNvSpPr/>
          <p:nvPr/>
        </p:nvSpPr>
        <p:spPr>
          <a:xfrm>
            <a:off x="8110539" y="2573193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Isleniw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mexanizmi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279816F-AE16-4480-AD20-85A16FD29F83}"/>
              </a:ext>
            </a:extLst>
          </p:cNvPr>
          <p:cNvSpPr/>
          <p:nvPr/>
        </p:nvSpPr>
        <p:spPr>
          <a:xfrm>
            <a:off x="5614987" y="3506643"/>
            <a:ext cx="962025" cy="828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3B9B96-02C6-4CFD-B570-D952D69C720E}"/>
              </a:ext>
            </a:extLst>
          </p:cNvPr>
          <p:cNvCxnSpPr>
            <a:stCxn id="4" idx="2"/>
          </p:cNvCxnSpPr>
          <p:nvPr/>
        </p:nvCxnSpPr>
        <p:spPr>
          <a:xfrm>
            <a:off x="6096000" y="2344593"/>
            <a:ext cx="0" cy="14668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B45E78E-F12B-4BA4-ABFF-BAF1CE997AA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207919" y="3039918"/>
            <a:ext cx="1902620" cy="8810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CA5B424-092D-4E3F-B1FE-7AB63F9F4DF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248400" y="3963844"/>
            <a:ext cx="1862138" cy="8001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6670D74-C5B5-47E3-AC7D-6D9D807CBBF9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081462" y="3963843"/>
            <a:ext cx="2166938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55D35F6-6821-4B22-9876-662D70476E4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081461" y="3039918"/>
            <a:ext cx="2166939" cy="9239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44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28F8EE6-45F7-46B2-85ED-E614DAD59260}"/>
              </a:ext>
            </a:extLst>
          </p:cNvPr>
          <p:cNvSpPr/>
          <p:nvPr/>
        </p:nvSpPr>
        <p:spPr>
          <a:xfrm>
            <a:off x="5092556" y="1551709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Hugging face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00E2B5-D8C3-42A4-89B1-1BFC482215A9}"/>
              </a:ext>
            </a:extLst>
          </p:cNvPr>
          <p:cNvSpPr/>
          <p:nvPr/>
        </p:nvSpPr>
        <p:spPr>
          <a:xfrm>
            <a:off x="3073256" y="3094759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mims-harvard</a:t>
            </a:r>
            <a:r>
              <a:rPr lang="en-US" dirty="0">
                <a:solidFill>
                  <a:schemeClr val="tx1"/>
                </a:solidFill>
              </a:rPr>
              <a:t>/TxAgent-T1-Llama-3.1-8B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9EEF17-EDE0-4877-B439-0A3DE4157255}"/>
              </a:ext>
            </a:extLst>
          </p:cNvPr>
          <p:cNvSpPr/>
          <p:nvPr/>
        </p:nvSpPr>
        <p:spPr>
          <a:xfrm>
            <a:off x="5092556" y="5523634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Rest 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 - </a:t>
            </a:r>
            <a:r>
              <a:rPr lang="en-US" dirty="0" err="1">
                <a:solidFill>
                  <a:schemeClr val="tx1"/>
                </a:solidFill>
              </a:rPr>
              <a:t>juwap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36AB46-8C38-4CF6-AD15-2FB62D8DBE90}"/>
              </a:ext>
            </a:extLst>
          </p:cNvPr>
          <p:cNvSpPr/>
          <p:nvPr/>
        </p:nvSpPr>
        <p:spPr>
          <a:xfrm>
            <a:off x="7121381" y="3094759"/>
            <a:ext cx="2447925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Medgemma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DC3B205-F9E2-4619-9883-1DE8BB4E97CF}"/>
              </a:ext>
            </a:extLst>
          </p:cNvPr>
          <p:cNvCxnSpPr>
            <a:cxnSpLocks/>
          </p:cNvCxnSpPr>
          <p:nvPr/>
        </p:nvCxnSpPr>
        <p:spPr>
          <a:xfrm flipH="1">
            <a:off x="6301489" y="2475634"/>
            <a:ext cx="5505" cy="10866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C5C000E-3B7A-4C53-8CF9-B32945AEE36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5521181" y="3561484"/>
            <a:ext cx="1600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B08FDD5-F669-475E-8B60-1ED53C4F56F8}"/>
              </a:ext>
            </a:extLst>
          </p:cNvPr>
          <p:cNvCxnSpPr>
            <a:cxnSpLocks/>
          </p:cNvCxnSpPr>
          <p:nvPr/>
        </p:nvCxnSpPr>
        <p:spPr>
          <a:xfrm>
            <a:off x="6306994" y="3561484"/>
            <a:ext cx="0" cy="19621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Овал 17">
            <a:hlinkClick r:id="rId2" action="ppaction://hlinksldjump"/>
            <a:extLst>
              <a:ext uri="{FF2B5EF4-FFF2-40B4-BE49-F238E27FC236}">
                <a16:creationId xmlns:a16="http://schemas.microsoft.com/office/drawing/2014/main" id="{E21DC67C-CFEB-4A7C-A7BE-0E81C41A8C5C}"/>
              </a:ext>
            </a:extLst>
          </p:cNvPr>
          <p:cNvSpPr/>
          <p:nvPr/>
        </p:nvSpPr>
        <p:spPr>
          <a:xfrm>
            <a:off x="6011719" y="3313834"/>
            <a:ext cx="571500" cy="514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9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4829320" y="1276348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Treks</a:t>
            </a:r>
          </a:p>
        </p:txBody>
      </p:sp>
      <p:sp>
        <p:nvSpPr>
          <p:cNvPr id="7" name="Прямоугольник 6">
            <a:hlinkClick r:id="rId2" action="ppaction://hlinksldjump"/>
            <a:extLst>
              <a:ext uri="{FF2B5EF4-FFF2-40B4-BE49-F238E27FC236}">
                <a16:creationId xmlns:a16="http://schemas.microsoft.com/office/drawing/2014/main" id="{2B7819C9-45D8-4D1E-B40D-D990C0D7DEE1}"/>
              </a:ext>
            </a:extLst>
          </p:cNvPr>
          <p:cNvSpPr/>
          <p:nvPr/>
        </p:nvSpPr>
        <p:spPr>
          <a:xfrm>
            <a:off x="1400319" y="3362325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Treks-1</a:t>
            </a:r>
          </a:p>
        </p:txBody>
      </p:sp>
      <p:sp>
        <p:nvSpPr>
          <p:cNvPr id="8" name="Прямоугольник 7">
            <a:hlinkClick r:id="rId3" action="ppaction://hlinksldjump"/>
            <a:extLst>
              <a:ext uri="{FF2B5EF4-FFF2-40B4-BE49-F238E27FC236}">
                <a16:creationId xmlns:a16="http://schemas.microsoft.com/office/drawing/2014/main" id="{31A48B32-179E-4941-97E0-A535F1E3891C}"/>
              </a:ext>
            </a:extLst>
          </p:cNvPr>
          <p:cNvSpPr/>
          <p:nvPr/>
        </p:nvSpPr>
        <p:spPr>
          <a:xfrm>
            <a:off x="8286895" y="3343269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Treks-2</a:t>
            </a:r>
          </a:p>
        </p:txBody>
      </p:sp>
      <p:sp>
        <p:nvSpPr>
          <p:cNvPr id="4" name="Овал 3">
            <a:hlinkClick r:id="rId4" action="ppaction://hlinksldjump"/>
          </p:cNvPr>
          <p:cNvSpPr/>
          <p:nvPr/>
        </p:nvSpPr>
        <p:spPr>
          <a:xfrm>
            <a:off x="5831454" y="3639162"/>
            <a:ext cx="662730" cy="605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cxnSp>
        <p:nvCxnSpPr>
          <p:cNvPr id="13" name="Прямая со стрелкой 12"/>
          <p:cNvCxnSpPr>
            <a:endCxn id="4" idx="0"/>
          </p:cNvCxnSpPr>
          <p:nvPr/>
        </p:nvCxnSpPr>
        <p:spPr>
          <a:xfrm flipH="1">
            <a:off x="6162819" y="2400298"/>
            <a:ext cx="133" cy="12388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8" idx="1"/>
          </p:cNvCxnSpPr>
          <p:nvPr/>
        </p:nvCxnSpPr>
        <p:spPr>
          <a:xfrm>
            <a:off x="6379512" y="3905244"/>
            <a:ext cx="190738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hlinkClick r:id="rId4" action="ppaction://hlinksldjump"/>
          </p:cNvPr>
          <p:cNvCxnSpPr>
            <a:endCxn id="7" idx="3"/>
          </p:cNvCxnSpPr>
          <p:nvPr/>
        </p:nvCxnSpPr>
        <p:spPr>
          <a:xfrm flipH="1" flipV="1">
            <a:off x="4038744" y="3924300"/>
            <a:ext cx="2063570" cy="176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59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E50A12-6470-43AD-B607-58DE3B2FBF4D}"/>
              </a:ext>
            </a:extLst>
          </p:cNvPr>
          <p:cNvSpPr/>
          <p:nvPr/>
        </p:nvSpPr>
        <p:spPr>
          <a:xfrm>
            <a:off x="4457656" y="265564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Kassalikni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erta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aniqlsh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3CE378-DC1E-4E6E-8C32-07F718418B32}"/>
              </a:ext>
            </a:extLst>
          </p:cNvPr>
          <p:cNvSpPr/>
          <p:nvPr/>
        </p:nvSpPr>
        <p:spPr>
          <a:xfrm>
            <a:off x="574253" y="1524000"/>
            <a:ext cx="4414838" cy="472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Yurka </a:t>
            </a:r>
            <a:r>
              <a:rPr lang="en-US" dirty="0" err="1">
                <a:solidFill>
                  <a:schemeClr val="tx1"/>
                </a:solidFill>
              </a:rPr>
              <a:t>qon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tomirlari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</a:rPr>
              <a:t>Saxarniy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diabet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matki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molochnoy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jelezi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Tuberkeliyoz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4B9C5B-79A4-4274-9460-1F09A032C001}"/>
              </a:ext>
            </a:extLst>
          </p:cNvPr>
          <p:cNvSpPr/>
          <p:nvPr/>
        </p:nvSpPr>
        <p:spPr>
          <a:xfrm>
            <a:off x="6485869" y="1524000"/>
            <a:ext cx="4414838" cy="472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Profilaktika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budilnik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Kontent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osmotr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nege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kerek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rek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pereodichnost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Faktori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riska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zabota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blizkix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 smtClean="0">
                <a:solidFill>
                  <a:schemeClr val="tx1"/>
                </a:solidFill>
              </a:rPr>
              <a:t>geymifikatsiya</a:t>
            </a:r>
            <a:r>
              <a:rPr lang="uz-Latn-UZ" dirty="0" smtClean="0">
                <a:solidFill>
                  <a:schemeClr val="tx1"/>
                </a:solidFill>
              </a:rPr>
              <a:t/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talap: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ansatligi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inegratsiya ansatligi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profilaktikadan otiwge motivatsiya beriw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9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E50A12-6470-43AD-B607-58DE3B2FBF4D}"/>
              </a:ext>
            </a:extLst>
          </p:cNvPr>
          <p:cNvSpPr/>
          <p:nvPr/>
        </p:nvSpPr>
        <p:spPr>
          <a:xfrm>
            <a:off x="4373766" y="257175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Qandli diabet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3CE378-DC1E-4E6E-8C32-07F718418B32}"/>
              </a:ext>
            </a:extLst>
          </p:cNvPr>
          <p:cNvSpPr/>
          <p:nvPr/>
        </p:nvSpPr>
        <p:spPr>
          <a:xfrm>
            <a:off x="414862" y="1524000"/>
            <a:ext cx="4414838" cy="472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Latn-UZ" dirty="0" smtClean="0">
                <a:solidFill>
                  <a:schemeClr val="tx1"/>
                </a:solidFill>
              </a:rPr>
              <a:t>Elektronniy dnevnik</a:t>
            </a:r>
          </a:p>
          <a:p>
            <a:r>
              <a:rPr lang="uz-Latn-UZ" dirty="0" smtClean="0">
                <a:solidFill>
                  <a:schemeClr val="tx1"/>
                </a:solidFill>
              </a:rPr>
              <a:t>Pokazateli glyukometra</a:t>
            </a:r>
          </a:p>
          <a:p>
            <a:r>
              <a:rPr lang="uz-Latn-UZ" dirty="0" smtClean="0">
                <a:solidFill>
                  <a:schemeClr val="tx1"/>
                </a:solidFill>
              </a:rPr>
              <a:t>Dari/fizicheskiy aktivnost/jeyilgen dariler/stres-faktorlar</a:t>
            </a:r>
          </a:p>
          <a:p>
            <a:r>
              <a:rPr lang="uz-Latn-UZ" dirty="0" smtClean="0">
                <a:solidFill>
                  <a:schemeClr val="tx1"/>
                </a:solidFill>
              </a:rPr>
              <a:t>Budilnik darilerdi jew kk ham glyukomer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udobniy ochet s grafikom dlya pakaza vrachu</a:t>
            </a:r>
          </a:p>
          <a:p>
            <a:r>
              <a:rPr lang="uz-Latn-UZ" dirty="0" smtClean="0">
                <a:solidFill>
                  <a:schemeClr val="tx1"/>
                </a:solidFill>
              </a:rPr>
              <a:t>Export dannix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4B9C5B-79A4-4274-9460-1F09A032C001}"/>
              </a:ext>
            </a:extLst>
          </p:cNvPr>
          <p:cNvSpPr/>
          <p:nvPr/>
        </p:nvSpPr>
        <p:spPr>
          <a:xfrm>
            <a:off x="6502647" y="1529593"/>
            <a:ext cx="4414838" cy="472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Profilaktika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budilnik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Kontent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osmotr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nege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kerek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rek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pereodichnost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Faktori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riska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zabota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blizkix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 smtClean="0">
                <a:solidFill>
                  <a:schemeClr val="tx1"/>
                </a:solidFill>
              </a:rPr>
              <a:t>geymifikatsiya</a:t>
            </a:r>
            <a:r>
              <a:rPr lang="uz-Latn-UZ" dirty="0" smtClean="0">
                <a:solidFill>
                  <a:schemeClr val="tx1"/>
                </a:solidFill>
              </a:rPr>
              <a:t/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talap: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ansatligi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inegratsiya ansatligi</a:t>
            </a:r>
            <a:br>
              <a:rPr lang="uz-Latn-UZ" dirty="0" smtClean="0">
                <a:solidFill>
                  <a:schemeClr val="tx1"/>
                </a:solidFill>
              </a:rPr>
            </a:br>
            <a:r>
              <a:rPr lang="uz-Latn-UZ" dirty="0" smtClean="0">
                <a:solidFill>
                  <a:schemeClr val="tx1"/>
                </a:solidFill>
              </a:rPr>
              <a:t>profilaktikadan otiwge motivatsiya beriw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86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4681539" y="361948"/>
            <a:ext cx="2347912" cy="333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start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4681539" y="1181098"/>
            <a:ext cx="2347912" cy="333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registartsiya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1557339" y="2066923"/>
            <a:ext cx="2347912" cy="333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Senariy-1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8034339" y="2066922"/>
            <a:ext cx="2347912" cy="333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Senariy-2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Прямая соединительная линия 7"/>
          <p:cNvCxnSpPr>
            <a:stCxn id="4" idx="2"/>
          </p:cNvCxnSpPr>
          <p:nvPr/>
        </p:nvCxnSpPr>
        <p:spPr>
          <a:xfrm>
            <a:off x="5855495" y="1514475"/>
            <a:ext cx="0" cy="7191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5626895" y="2066923"/>
            <a:ext cx="457200" cy="428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cxnSp>
        <p:nvCxnSpPr>
          <p:cNvPr id="10" name="Прямая соединительная линия 9"/>
          <p:cNvCxnSpPr>
            <a:endCxn id="5" idx="3"/>
          </p:cNvCxnSpPr>
          <p:nvPr/>
        </p:nvCxnSpPr>
        <p:spPr>
          <a:xfrm flipH="1" flipV="1">
            <a:off x="3905251" y="2233612"/>
            <a:ext cx="1950244" cy="476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1"/>
            <a:endCxn id="9" idx="6"/>
          </p:cNvCxnSpPr>
          <p:nvPr/>
        </p:nvCxnSpPr>
        <p:spPr>
          <a:xfrm flipH="1">
            <a:off x="6084095" y="2233611"/>
            <a:ext cx="1950244" cy="476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1388270" y="2705098"/>
            <a:ext cx="2686050" cy="1323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/>
              <a:t>Funksiyalar:</a:t>
            </a:r>
            <a:br>
              <a:rPr lang="uz-Latn-UZ" dirty="0" smtClean="0"/>
            </a:br>
            <a:r>
              <a:rPr lang="uz-Latn-UZ" dirty="0" smtClean="0"/>
              <a:t>Maluwmot aliw</a:t>
            </a:r>
          </a:p>
          <a:p>
            <a:pPr algn="ctr"/>
            <a:r>
              <a:rPr lang="uz-Latn-UZ" dirty="0" smtClean="0"/>
              <a:t>Online doktor</a:t>
            </a:r>
          </a:p>
          <a:p>
            <a:pPr algn="ctr"/>
            <a:r>
              <a:rPr lang="uz-Latn-UZ" dirty="0" smtClean="0"/>
              <a:t>oila</a:t>
            </a:r>
            <a:endParaRPr lang="uz-Latn-UZ" dirty="0"/>
          </a:p>
          <a:p>
            <a:pPr algn="ctr"/>
            <a:r>
              <a:rPr lang="uz-Latn-UZ" dirty="0" smtClean="0"/>
              <a:t>Yangiliklar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7865270" y="2705098"/>
            <a:ext cx="2686050" cy="2981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/>
              <a:t>Funksiyalar:</a:t>
            </a:r>
            <a:br>
              <a:rPr lang="uz-Latn-UZ" dirty="0" smtClean="0"/>
            </a:br>
            <a:r>
              <a:rPr lang="uz-Latn-UZ" dirty="0" smtClean="0"/>
              <a:t>Maluwmot aliw</a:t>
            </a:r>
          </a:p>
          <a:p>
            <a:pPr algn="ctr"/>
            <a:r>
              <a:rPr lang="uz-Latn-UZ" dirty="0" smtClean="0"/>
              <a:t>Online doktor</a:t>
            </a:r>
          </a:p>
          <a:p>
            <a:pPr algn="ctr"/>
            <a:r>
              <a:rPr lang="uz-Latn-UZ" dirty="0" smtClean="0"/>
              <a:t>oila</a:t>
            </a:r>
            <a:endParaRPr lang="uz-Latn-UZ" dirty="0"/>
          </a:p>
          <a:p>
            <a:pPr algn="ctr"/>
            <a:r>
              <a:rPr lang="uz-Latn-UZ" dirty="0" smtClean="0"/>
              <a:t>Yangiliklar</a:t>
            </a:r>
          </a:p>
          <a:p>
            <a:pPr algn="ctr"/>
            <a:r>
              <a:rPr lang="uz-Latn-UZ" dirty="0" smtClean="0"/>
              <a:t>Maluwmatlar kiritiw</a:t>
            </a:r>
          </a:p>
          <a:p>
            <a:pPr algn="ctr"/>
            <a:r>
              <a:rPr lang="uz-Latn-UZ" dirty="0" smtClean="0"/>
              <a:t>Maluwmatlardi shigartip aliw</a:t>
            </a:r>
          </a:p>
          <a:p>
            <a:pPr algn="ctr"/>
            <a:r>
              <a:rPr lang="uz-Latn-UZ" dirty="0" smtClean="0"/>
              <a:t>Budilnik qoyiw</a:t>
            </a:r>
          </a:p>
        </p:txBody>
      </p:sp>
    </p:spTree>
    <p:extLst>
      <p:ext uri="{BB962C8B-B14F-4D97-AF65-F5344CB8AC3E}">
        <p14:creationId xmlns:p14="http://schemas.microsoft.com/office/powerpoint/2010/main" val="32778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E59BB3-0C6E-4BC5-95AD-76A3668E2CA9}"/>
              </a:ext>
            </a:extLst>
          </p:cNvPr>
          <p:cNvSpPr/>
          <p:nvPr/>
        </p:nvSpPr>
        <p:spPr>
          <a:xfrm>
            <a:off x="4695824" y="361948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Islew tartibi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hlinkClick r:id="rId2" action="ppaction://hlinksldjump"/>
            <a:extLst>
              <a:ext uri="{FF2B5EF4-FFF2-40B4-BE49-F238E27FC236}">
                <a16:creationId xmlns:a16="http://schemas.microsoft.com/office/drawing/2014/main" id="{2B7819C9-45D8-4D1E-B40D-D990C0D7DEE1}"/>
              </a:ext>
            </a:extLst>
          </p:cNvPr>
          <p:cNvSpPr/>
          <p:nvPr/>
        </p:nvSpPr>
        <p:spPr>
          <a:xfrm>
            <a:off x="1252537" y="2447925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Senariy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hlinkClick r:id="rId3" action="ppaction://hlinksldjump"/>
            <a:extLst>
              <a:ext uri="{FF2B5EF4-FFF2-40B4-BE49-F238E27FC236}">
                <a16:creationId xmlns:a16="http://schemas.microsoft.com/office/drawing/2014/main" id="{31A48B32-179E-4941-97E0-A535F1E3891C}"/>
              </a:ext>
            </a:extLst>
          </p:cNvPr>
          <p:cNvSpPr/>
          <p:nvPr/>
        </p:nvSpPr>
        <p:spPr>
          <a:xfrm>
            <a:off x="8139113" y="2428869"/>
            <a:ext cx="2638425" cy="1123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solidFill>
                  <a:schemeClr val="tx1"/>
                </a:solidFill>
              </a:rPr>
              <a:t>Senariy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Овал 3">
            <a:hlinkClick r:id="rId4" action="ppaction://hlinksldjump"/>
          </p:cNvPr>
          <p:cNvSpPr/>
          <p:nvPr/>
        </p:nvSpPr>
        <p:spPr>
          <a:xfrm>
            <a:off x="5683672" y="2724762"/>
            <a:ext cx="662730" cy="605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cxnSp>
        <p:nvCxnSpPr>
          <p:cNvPr id="13" name="Прямая со стрелкой 12"/>
          <p:cNvCxnSpPr>
            <a:endCxn id="4" idx="0"/>
          </p:cNvCxnSpPr>
          <p:nvPr/>
        </p:nvCxnSpPr>
        <p:spPr>
          <a:xfrm flipH="1">
            <a:off x="6015037" y="1485898"/>
            <a:ext cx="133" cy="12388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8" idx="1"/>
          </p:cNvCxnSpPr>
          <p:nvPr/>
        </p:nvCxnSpPr>
        <p:spPr>
          <a:xfrm>
            <a:off x="6231730" y="2990844"/>
            <a:ext cx="190738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endCxn id="7" idx="3"/>
          </p:cNvCxnSpPr>
          <p:nvPr/>
        </p:nvCxnSpPr>
        <p:spPr>
          <a:xfrm flipH="1" flipV="1">
            <a:off x="3890962" y="3009900"/>
            <a:ext cx="2063570" cy="176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45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314699" y="247650"/>
            <a:ext cx="4714875" cy="542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Start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14699" y="962025"/>
            <a:ext cx="4714875" cy="1381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Registratsiya:</a:t>
            </a:r>
            <a:b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F.I.O</a:t>
            </a:r>
          </a:p>
          <a:p>
            <a:pPr algn="ctr"/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Location</a:t>
            </a:r>
          </a:p>
          <a:p>
            <a:pPr algn="ctr"/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Qandli diabet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4317" y="2705677"/>
            <a:ext cx="2335069" cy="18573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Maliwmat ali:</a:t>
            </a:r>
            <a:b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Telegram kanallar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botdan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foydalanish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funksiya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haqida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)</a:t>
            </a:r>
            <a:endParaRPr lang="uz-Latn-UZ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387001" y="2705677"/>
            <a:ext cx="2019300" cy="123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Online doktor:</a:t>
            </a:r>
            <a:b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konsultatsiya s AI </a:t>
            </a:r>
            <a:r>
              <a:rPr lang="ru-RU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или 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shifakor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112737" y="2705677"/>
            <a:ext cx="2316310" cy="1457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yaratish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unga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azolarini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qo’shish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azolari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malumotini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korish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135483" y="2705677"/>
            <a:ext cx="2519364" cy="1476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Yangiliklar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</a:t>
            </a:r>
          </a:p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Offical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kanal</a:t>
            </a: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push-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uvodemleniye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719386" y="4925579"/>
            <a:ext cx="5905500" cy="18573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Geymifikatsiya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–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profilaktikadan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vaqtida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shu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evaziga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ball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olish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ballga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sovgalarni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qolga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kiritish</a:t>
            </a:r>
            <a:endParaRPr lang="uz-Latn-UZ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49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96940" y="276224"/>
            <a:ext cx="2189018" cy="18573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Maliwmat ali:</a:t>
            </a:r>
            <a:b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Telegram kanallar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botdan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foydalanish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funksiya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haqida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)</a:t>
            </a:r>
            <a:endParaRPr lang="uz-Latn-UZ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44232" y="283368"/>
            <a:ext cx="2019300" cy="123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Online doktor:</a:t>
            </a:r>
            <a:b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uz-Latn-UZ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konsultatsiya s AI </a:t>
            </a:r>
            <a:r>
              <a:rPr lang="ru-RU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или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shifakor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927547" y="283368"/>
            <a:ext cx="2366676" cy="1457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yaratish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unga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azolarini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qo’shish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oila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azolari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malumotini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korish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758238" y="273842"/>
            <a:ext cx="2519364" cy="1476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Yangiliklar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</a:t>
            </a:r>
          </a:p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Offical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kanal</a:t>
            </a: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push-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uvodemleniye</a:t>
            </a: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325132" y="4976456"/>
            <a:ext cx="5905500" cy="18573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Geymifikatsiya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–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profilaktikadan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vaqtida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shu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evaziga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ball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olish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ballga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sovgalarni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qolga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kiritish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oz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waqtida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malumotlarni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toltirip</a:t>
            </a: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borish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doctor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bilan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konsultatsiya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qilish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qoshimcha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ball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olish</a:t>
            </a:r>
            <a:endParaRPr lang="uz-Latn-UZ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65450" y="2420434"/>
            <a:ext cx="2519364" cy="1985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Maliwmatlardi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kiritiw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</a:t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db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ga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jazip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aliw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maliwmat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turleri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:</a:t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jeyilgen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awqat</a:t>
            </a:r>
            <a:endParaRPr lang="en-US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Glyukametr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Dori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vositalari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018200" y="2420434"/>
            <a:ext cx="2519364" cy="1985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Malumotlarni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korsatish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:</a:t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Excel </a:t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grafik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png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970950" y="2420433"/>
            <a:ext cx="2519364" cy="1985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Jonatish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doctor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idsini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dirty="0" err="1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kiritish</a:t>
            </a:r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/>
            </a:r>
            <a:b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endParaRPr lang="uz-Latn-UZ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36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390</TotalTime>
  <Words>152</Words>
  <Application>Microsoft Office PowerPoint</Application>
  <PresentationFormat>Широкоэкранный</PresentationFormat>
  <Paragraphs>66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Совет директоров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Nuriddin</cp:lastModifiedBy>
  <cp:revision>21</cp:revision>
  <dcterms:created xsi:type="dcterms:W3CDTF">2025-10-03T04:18:58Z</dcterms:created>
  <dcterms:modified xsi:type="dcterms:W3CDTF">2025-10-03T14:37:01Z</dcterms:modified>
</cp:coreProperties>
</file>